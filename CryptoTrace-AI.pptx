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Semi-Bold" charset="1" panose="000007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rajdeepcodeshere247/crypto-trace-ai" TargetMode="External" Type="http://schemas.openxmlformats.org/officeDocument/2006/relationships/hyperlink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https://sih-lyart-delta.vercel.app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crypto-trace-ai-sih.vercel.app" TargetMode="External" Type="http://schemas.openxmlformats.org/officeDocument/2006/relationships/hyperlink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1" y="0"/>
            <a:ext cx="18277475" cy="10286457"/>
            <a:chOff x="0" y="0"/>
            <a:chExt cx="24369966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0030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24370030">
                  <a:moveTo>
                    <a:pt x="0" y="0"/>
                  </a:moveTo>
                  <a:lnTo>
                    <a:pt x="24370030" y="0"/>
                  </a:lnTo>
                  <a:lnTo>
                    <a:pt x="24370030" y="13715237"/>
                  </a:lnTo>
                  <a:lnTo>
                    <a:pt x="0" y="13715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93305" y="6010482"/>
            <a:ext cx="3086100" cy="546959"/>
            <a:chOff x="0" y="0"/>
            <a:chExt cx="812800" cy="1440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44055"/>
            </a:xfrm>
            <a:custGeom>
              <a:avLst/>
              <a:gdLst/>
              <a:ahLst/>
              <a:cxnLst/>
              <a:rect r="r" b="b" t="t" l="l"/>
              <a:pathLst>
                <a:path h="14405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4055"/>
                  </a:lnTo>
                  <a:lnTo>
                    <a:pt x="0" y="1440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12800" cy="20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37806" y="7460911"/>
            <a:ext cx="3086100" cy="446235"/>
            <a:chOff x="0" y="0"/>
            <a:chExt cx="812800" cy="1175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17527"/>
            </a:xfrm>
            <a:custGeom>
              <a:avLst/>
              <a:gdLst/>
              <a:ahLst/>
              <a:cxnLst/>
              <a:rect r="r" b="b" t="t" l="l"/>
              <a:pathLst>
                <a:path h="11752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7527"/>
                  </a:lnTo>
                  <a:lnTo>
                    <a:pt x="0" y="1175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17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961736" y="3525442"/>
            <a:ext cx="249076" cy="351754"/>
            <a:chOff x="0" y="0"/>
            <a:chExt cx="65600" cy="926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61736" y="2348374"/>
            <a:ext cx="249076" cy="351754"/>
            <a:chOff x="0" y="0"/>
            <a:chExt cx="65600" cy="926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61736" y="4904643"/>
            <a:ext cx="249076" cy="351754"/>
            <a:chOff x="0" y="0"/>
            <a:chExt cx="65600" cy="926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61736" y="6010482"/>
            <a:ext cx="249076" cy="351754"/>
            <a:chOff x="0" y="0"/>
            <a:chExt cx="65600" cy="926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61736" y="7109157"/>
            <a:ext cx="249076" cy="351754"/>
            <a:chOff x="0" y="0"/>
            <a:chExt cx="65600" cy="926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61736" y="8263579"/>
            <a:ext cx="249076" cy="351754"/>
            <a:chOff x="0" y="0"/>
            <a:chExt cx="65600" cy="926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600" cy="92643"/>
            </a:xfrm>
            <a:custGeom>
              <a:avLst/>
              <a:gdLst/>
              <a:ahLst/>
              <a:cxnLst/>
              <a:rect r="r" b="b" t="t" l="l"/>
              <a:pathLst>
                <a:path h="92643" w="65600">
                  <a:moveTo>
                    <a:pt x="32800" y="0"/>
                  </a:moveTo>
                  <a:lnTo>
                    <a:pt x="32800" y="0"/>
                  </a:lnTo>
                  <a:cubicBezTo>
                    <a:pt x="41499" y="0"/>
                    <a:pt x="49842" y="3456"/>
                    <a:pt x="55993" y="9607"/>
                  </a:cubicBezTo>
                  <a:cubicBezTo>
                    <a:pt x="62144" y="15758"/>
                    <a:pt x="65600" y="24101"/>
                    <a:pt x="65600" y="32800"/>
                  </a:cubicBezTo>
                  <a:lnTo>
                    <a:pt x="65600" y="59843"/>
                  </a:lnTo>
                  <a:cubicBezTo>
                    <a:pt x="65600" y="77958"/>
                    <a:pt x="50915" y="92643"/>
                    <a:pt x="32800" y="92643"/>
                  </a:cubicBezTo>
                  <a:lnTo>
                    <a:pt x="32800" y="92643"/>
                  </a:lnTo>
                  <a:cubicBezTo>
                    <a:pt x="24101" y="92643"/>
                    <a:pt x="15758" y="89187"/>
                    <a:pt x="9607" y="83036"/>
                  </a:cubicBezTo>
                  <a:cubicBezTo>
                    <a:pt x="3456" y="76885"/>
                    <a:pt x="0" y="68542"/>
                    <a:pt x="0" y="59843"/>
                  </a:cubicBezTo>
                  <a:lnTo>
                    <a:pt x="0" y="32800"/>
                  </a:lnTo>
                  <a:cubicBezTo>
                    <a:pt x="0" y="14685"/>
                    <a:pt x="14685" y="0"/>
                    <a:pt x="328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5600" cy="14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3463" y="9287719"/>
            <a:ext cx="2586653" cy="595209"/>
            <a:chOff x="0" y="0"/>
            <a:chExt cx="3448871" cy="7936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1628" cy="793612"/>
            </a:xfrm>
            <a:custGeom>
              <a:avLst/>
              <a:gdLst/>
              <a:ahLst/>
              <a:cxnLst/>
              <a:rect r="r" b="b" t="t" l="l"/>
              <a:pathLst>
                <a:path h="793612" w="801628">
                  <a:moveTo>
                    <a:pt x="0" y="0"/>
                  </a:moveTo>
                  <a:lnTo>
                    <a:pt x="801628" y="0"/>
                  </a:lnTo>
                  <a:lnTo>
                    <a:pt x="801628" y="793612"/>
                  </a:lnTo>
                  <a:lnTo>
                    <a:pt x="0" y="793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435832" y="116559"/>
              <a:ext cx="2013039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b="true" sz="2200" u="sng">
                  <a:solidFill>
                    <a:srgbClr val="0000FF"/>
                  </a:solidFill>
                  <a:latin typeface="Poppins Semi-Bold"/>
                  <a:ea typeface="Poppins Semi-Bold"/>
                  <a:cs typeface="Poppins Semi-Bold"/>
                  <a:sym typeface="Poppins Semi-Bold"/>
                  <a:hlinkClick r:id="rId7" tooltip="https://crypto-trace-ai-sih.vercel.app"/>
                </a:rPr>
                <a:t>Prototype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709935" y="9287719"/>
            <a:ext cx="2983003" cy="595209"/>
            <a:chOff x="0" y="0"/>
            <a:chExt cx="3977337" cy="7936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3612" cy="793612"/>
            </a:xfrm>
            <a:custGeom>
              <a:avLst/>
              <a:gdLst/>
              <a:ahLst/>
              <a:cxnLst/>
              <a:rect r="r" b="b" t="t" l="l"/>
              <a:pathLst>
                <a:path h="793612" w="793612">
                  <a:moveTo>
                    <a:pt x="0" y="0"/>
                  </a:moveTo>
                  <a:lnTo>
                    <a:pt x="793612" y="0"/>
                  </a:lnTo>
                  <a:lnTo>
                    <a:pt x="793612" y="793612"/>
                  </a:lnTo>
                  <a:lnTo>
                    <a:pt x="0" y="793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428612" y="116559"/>
              <a:ext cx="2548725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b="true" sz="2200" u="sng">
                  <a:solidFill>
                    <a:srgbClr val="0000FF"/>
                  </a:solidFill>
                  <a:latin typeface="Poppins Semi-Bold"/>
                  <a:ea typeface="Poppins Semi-Bold"/>
                  <a:cs typeface="Poppins Semi-Bold"/>
                  <a:sym typeface="Poppins Semi-Bold"/>
                  <a:hlinkClick r:id="rId10" tooltip="https://github.com/rajdeepcodeshere247/crypto-trace-ai"/>
                </a:rPr>
                <a:t>Github Repo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674013" y="9287719"/>
            <a:ext cx="2406959" cy="595209"/>
            <a:chOff x="0" y="0"/>
            <a:chExt cx="3209279" cy="7936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3612" cy="793612"/>
            </a:xfrm>
            <a:custGeom>
              <a:avLst/>
              <a:gdLst/>
              <a:ahLst/>
              <a:cxnLst/>
              <a:rect r="r" b="b" t="t" l="l"/>
              <a:pathLst>
                <a:path h="793612" w="793612">
                  <a:moveTo>
                    <a:pt x="0" y="0"/>
                  </a:moveTo>
                  <a:lnTo>
                    <a:pt x="793612" y="0"/>
                  </a:lnTo>
                  <a:lnTo>
                    <a:pt x="793612" y="793612"/>
                  </a:lnTo>
                  <a:lnTo>
                    <a:pt x="0" y="793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1428612" y="116559"/>
              <a:ext cx="1780667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b="true" sz="2200" u="sng">
                  <a:solidFill>
                    <a:srgbClr val="0000FF"/>
                  </a:solidFill>
                  <a:latin typeface="Poppins Semi-Bold"/>
                  <a:ea typeface="Poppins Semi-Bold"/>
                  <a:cs typeface="Poppins Semi-Bold"/>
                  <a:sym typeface="Poppins Semi-Bold"/>
                  <a:hlinkClick r:id="rId13" tooltip="https://sih-lyart-delta.vercel.app"/>
                </a:rPr>
                <a:t>About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4072"/>
            <a:ext cx="18288086" cy="10368629"/>
            <a:chOff x="0" y="0"/>
            <a:chExt cx="24384114" cy="13824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13824838"/>
            </a:xfrm>
            <a:custGeom>
              <a:avLst/>
              <a:gdLst/>
              <a:ahLst/>
              <a:cxnLst/>
              <a:rect r="r" b="b" t="t" l="l"/>
              <a:pathLst>
                <a:path h="13824838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824838"/>
                  </a:lnTo>
                  <a:lnTo>
                    <a:pt x="0" y="13824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201" y="0"/>
            <a:ext cx="17961674" cy="10286952"/>
            <a:chOff x="0" y="0"/>
            <a:chExt cx="23948898" cy="13715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48898" cy="13715873"/>
            </a:xfrm>
            <a:custGeom>
              <a:avLst/>
              <a:gdLst/>
              <a:ahLst/>
              <a:cxnLst/>
              <a:rect r="r" b="b" t="t" l="l"/>
              <a:pathLst>
                <a:path h="13715873" w="23948898">
                  <a:moveTo>
                    <a:pt x="0" y="0"/>
                  </a:moveTo>
                  <a:lnTo>
                    <a:pt x="23948898" y="0"/>
                  </a:lnTo>
                  <a:lnTo>
                    <a:pt x="23948898" y="13715873"/>
                  </a:lnTo>
                  <a:lnTo>
                    <a:pt x="0" y="1371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64" y="0"/>
            <a:ext cx="18113912" cy="10286952"/>
            <a:chOff x="0" y="0"/>
            <a:chExt cx="24151882" cy="13715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51844" cy="13715873"/>
            </a:xfrm>
            <a:custGeom>
              <a:avLst/>
              <a:gdLst/>
              <a:ahLst/>
              <a:cxnLst/>
              <a:rect r="r" b="b" t="t" l="l"/>
              <a:pathLst>
                <a:path h="13715873" w="24151844">
                  <a:moveTo>
                    <a:pt x="0" y="0"/>
                  </a:moveTo>
                  <a:lnTo>
                    <a:pt x="24151844" y="0"/>
                  </a:lnTo>
                  <a:lnTo>
                    <a:pt x="24151844" y="13715873"/>
                  </a:lnTo>
                  <a:lnTo>
                    <a:pt x="0" y="1371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1" y="0"/>
            <a:ext cx="18278361" cy="10286952"/>
            <a:chOff x="0" y="0"/>
            <a:chExt cx="24371148" cy="13715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1173" cy="13715873"/>
            </a:xfrm>
            <a:custGeom>
              <a:avLst/>
              <a:gdLst/>
              <a:ahLst/>
              <a:cxnLst/>
              <a:rect r="r" b="b" t="t" l="l"/>
              <a:pathLst>
                <a:path h="13715873" w="24371173">
                  <a:moveTo>
                    <a:pt x="0" y="0"/>
                  </a:moveTo>
                  <a:lnTo>
                    <a:pt x="24371173" y="0"/>
                  </a:lnTo>
                  <a:lnTo>
                    <a:pt x="24371173" y="13715873"/>
                  </a:lnTo>
                  <a:lnTo>
                    <a:pt x="0" y="1371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957"/>
            <a:ext cx="18288086" cy="10362543"/>
            <a:chOff x="0" y="0"/>
            <a:chExt cx="24384114" cy="13816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127" cy="13816712"/>
            </a:xfrm>
            <a:custGeom>
              <a:avLst/>
              <a:gdLst/>
              <a:ahLst/>
              <a:cxnLst/>
              <a:rect r="r" b="b" t="t" l="l"/>
              <a:pathLst>
                <a:path h="13816712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816712"/>
                  </a:lnTo>
                  <a:lnTo>
                    <a:pt x="0" y="13816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32762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7317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9974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30224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27656" y="1521343"/>
            <a:ext cx="2892657" cy="3453965"/>
          </a:xfrm>
          <a:custGeom>
            <a:avLst/>
            <a:gdLst/>
            <a:ahLst/>
            <a:cxnLst/>
            <a:rect r="r" b="b" t="t" l="l"/>
            <a:pathLst>
              <a:path h="3453965" w="2892657">
                <a:moveTo>
                  <a:pt x="0" y="0"/>
                </a:moveTo>
                <a:lnTo>
                  <a:pt x="2892657" y="0"/>
                </a:lnTo>
                <a:lnTo>
                  <a:pt x="2892657" y="3453965"/>
                </a:lnTo>
                <a:lnTo>
                  <a:pt x="0" y="345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2762" y="5393836"/>
            <a:ext cx="3279553" cy="2486739"/>
          </a:xfrm>
          <a:custGeom>
            <a:avLst/>
            <a:gdLst/>
            <a:ahLst/>
            <a:cxnLst/>
            <a:rect r="r" b="b" t="t" l="l"/>
            <a:pathLst>
              <a:path h="2486739" w="3279553">
                <a:moveTo>
                  <a:pt x="0" y="0"/>
                </a:moveTo>
                <a:lnTo>
                  <a:pt x="3279553" y="0"/>
                </a:lnTo>
                <a:lnTo>
                  <a:pt x="3279553" y="2486739"/>
                </a:lnTo>
                <a:lnTo>
                  <a:pt x="0" y="248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58847" y="5393836"/>
            <a:ext cx="3279553" cy="2486739"/>
          </a:xfrm>
          <a:custGeom>
            <a:avLst/>
            <a:gdLst/>
            <a:ahLst/>
            <a:cxnLst/>
            <a:rect r="r" b="b" t="t" l="l"/>
            <a:pathLst>
              <a:path h="2486739" w="3279553">
                <a:moveTo>
                  <a:pt x="0" y="0"/>
                </a:moveTo>
                <a:lnTo>
                  <a:pt x="3279553" y="0"/>
                </a:lnTo>
                <a:lnTo>
                  <a:pt x="3279553" y="2486739"/>
                </a:lnTo>
                <a:lnTo>
                  <a:pt x="0" y="248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10780" y="5393836"/>
            <a:ext cx="3279553" cy="2486739"/>
          </a:xfrm>
          <a:custGeom>
            <a:avLst/>
            <a:gdLst/>
            <a:ahLst/>
            <a:cxnLst/>
            <a:rect r="r" b="b" t="t" l="l"/>
            <a:pathLst>
              <a:path h="2486739" w="3279553">
                <a:moveTo>
                  <a:pt x="0" y="0"/>
                </a:moveTo>
                <a:lnTo>
                  <a:pt x="3279553" y="0"/>
                </a:lnTo>
                <a:lnTo>
                  <a:pt x="3279553" y="2486739"/>
                </a:lnTo>
                <a:lnTo>
                  <a:pt x="0" y="248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3199" y="5393836"/>
            <a:ext cx="3279553" cy="2486739"/>
          </a:xfrm>
          <a:custGeom>
            <a:avLst/>
            <a:gdLst/>
            <a:ahLst/>
            <a:cxnLst/>
            <a:rect r="r" b="b" t="t" l="l"/>
            <a:pathLst>
              <a:path h="2486739" w="3279553">
                <a:moveTo>
                  <a:pt x="0" y="0"/>
                </a:moveTo>
                <a:lnTo>
                  <a:pt x="3279552" y="0"/>
                </a:lnTo>
                <a:lnTo>
                  <a:pt x="3279552" y="2486739"/>
                </a:lnTo>
                <a:lnTo>
                  <a:pt x="0" y="248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155626" y="5393836"/>
            <a:ext cx="3279553" cy="2486739"/>
          </a:xfrm>
          <a:custGeom>
            <a:avLst/>
            <a:gdLst/>
            <a:ahLst/>
            <a:cxnLst/>
            <a:rect r="r" b="b" t="t" l="l"/>
            <a:pathLst>
              <a:path h="2486739" w="3279553">
                <a:moveTo>
                  <a:pt x="0" y="0"/>
                </a:moveTo>
                <a:lnTo>
                  <a:pt x="3279553" y="0"/>
                </a:lnTo>
                <a:lnTo>
                  <a:pt x="3279553" y="2486739"/>
                </a:lnTo>
                <a:lnTo>
                  <a:pt x="0" y="2486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903762" y="-514563"/>
            <a:ext cx="4387235" cy="1543263"/>
            <a:chOff x="0" y="0"/>
            <a:chExt cx="1155486" cy="406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5486" cy="406456"/>
            </a:xfrm>
            <a:custGeom>
              <a:avLst/>
              <a:gdLst/>
              <a:ahLst/>
              <a:cxnLst/>
              <a:rect r="r" b="b" t="t" l="l"/>
              <a:pathLst>
                <a:path h="406456" w="1155486">
                  <a:moveTo>
                    <a:pt x="0" y="0"/>
                  </a:moveTo>
                  <a:lnTo>
                    <a:pt x="1155486" y="0"/>
                  </a:lnTo>
                  <a:lnTo>
                    <a:pt x="1155486" y="406456"/>
                  </a:lnTo>
                  <a:lnTo>
                    <a:pt x="0" y="4064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155486" cy="46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76250" y="482563"/>
            <a:ext cx="2970973" cy="501510"/>
          </a:xfrm>
          <a:custGeom>
            <a:avLst/>
            <a:gdLst/>
            <a:ahLst/>
            <a:cxnLst/>
            <a:rect r="r" b="b" t="t" l="l"/>
            <a:pathLst>
              <a:path h="501510" w="2970973">
                <a:moveTo>
                  <a:pt x="0" y="0"/>
                </a:moveTo>
                <a:lnTo>
                  <a:pt x="2970973" y="0"/>
                </a:lnTo>
                <a:lnTo>
                  <a:pt x="2970973" y="501511"/>
                </a:lnTo>
                <a:lnTo>
                  <a:pt x="0" y="501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DAHUD3k1Wuw</dc:identifier>
  <dcterms:modified xsi:type="dcterms:W3CDTF">2011-08-01T06:04:30Z</dcterms:modified>
  <cp:revision>1</cp:revision>
  <dc:title>Copy of CryptoTrace-AI.pptx</dc:title>
</cp:coreProperties>
</file>